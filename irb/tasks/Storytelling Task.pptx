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>
      <p:cViewPr varScale="1">
        <p:scale>
          <a:sx n="116" d="100"/>
          <a:sy n="116" d="100"/>
        </p:scale>
        <p:origin x="16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E2DEDC7-7A57-9F27-7AD3-C6AFA056B9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6DAC2E-DD60-DD03-0D45-BCA1C6BF52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732DEA-1F7F-03B1-3400-4F8B8885AD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CA0243-C332-C143-9690-BD7CAD350F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9121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41ADD1-8AB0-78BC-4D4A-FCDFC9F1CA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B8F0C7-8431-8C0A-45FD-77165958AE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8FDFD02-705B-E65B-0FD7-0DD325E0F8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71746-5781-0146-8401-006CA71BE9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801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389933-42BC-50DE-3D20-FBDAF38EBC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9F2009B-1292-93ED-EE1C-8314F27F14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F3B8BC-D473-01B1-D300-4B1161690C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D99226-F3D8-5946-847C-8F11C811FF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7076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A4F334-8C90-BEFC-0CD4-BE11DEC900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09FDF8-9140-B302-D867-9484C70E2E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F341B8-0B5D-4940-51C4-8D009DEB35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156961-DE9C-0341-8073-743F4544FB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0959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641CA84-2393-050C-7857-A39E209EF1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43CACBC-1990-33F5-36AE-F51DAA99BB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C221F8E-DA0D-CEF9-078C-8E0159A9C8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0BB2C-9B0E-414C-B6ED-E3D55A6606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300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E23B57B-9F51-7B82-B5F9-DA9994F252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3A6937B-81EB-CFB8-6EF9-929CDC3812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B2A4E5D-ABE3-1794-8874-B9A53FD336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7BF792-C60A-C74E-8ECB-7AE18F39D8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105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44C06F6-51D5-296E-52E5-7D876D0680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BAF83F-5504-B67E-92F6-F78CC55EA6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91F8F42-258E-7792-B5E9-F48CAEF41F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ED34C-5146-624B-9A43-295D3AF8E8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9955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CDDD6C-8196-3A30-EDB2-0C8A8AD5DC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47A51-97E4-E955-7B85-72DC1897B7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AAB4C8-AE99-3D41-CA1B-FC18DC12C4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02AF4E-0806-BA41-883C-5B9D02BF4E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4426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5FFC24-A262-5050-3026-476D4BAB23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DAABF6-00A5-CF47-85C8-729841F88C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849332-D2BD-FF69-A212-A5137AB3BA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CA43BF-B10A-C64D-A525-610F27C049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3131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4C529B-0C88-1C98-517B-9C23E0B076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028EDF6-74DA-EBD8-8AB1-AD28B56DD1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E99E2F-BFD5-B440-3EFC-C99CFD0E67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4E275A-B841-C640-BE37-C7367B96F1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198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4F11FEC-5536-5A57-BB4E-88CF1EC0EB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467D824-9879-860B-E0C5-33BD24EE14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387E0B-4FD2-7CFB-47F0-59ADF1B145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4D4FA-79F8-6646-8455-BD4642BD24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507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E6E9AA0-58F9-EFEF-A909-C0B72A8F54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AAD1EE4-14E1-46A8-6A1D-B0904B4321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491BD8F-347A-D54C-725E-F557370559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1A213F2-943C-2B4E-E863-DD9884EF316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9369BB2-8BC1-3E6B-435D-651CFB82375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EA1BD99-5081-544F-9C2D-EFE6E11863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BAF2F42-3C55-50B9-93B8-EE7694583C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ea typeface="+mj-ea"/>
              </a:rPr>
              <a:t>Storytelling Task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5" descr="caproja1">
            <a:extLst>
              <a:ext uri="{FF2B5EF4-FFF2-40B4-BE49-F238E27FC236}">
                <a16:creationId xmlns:a16="http://schemas.microsoft.com/office/drawing/2014/main" id="{E51FD8B1-A2C9-B392-F3FD-80DE004E4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-609600"/>
            <a:ext cx="7467600" cy="842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4" descr="caproja2">
            <a:extLst>
              <a:ext uri="{FF2B5EF4-FFF2-40B4-BE49-F238E27FC236}">
                <a16:creationId xmlns:a16="http://schemas.microsoft.com/office/drawing/2014/main" id="{9EBBAEF7-4085-7897-3EE8-238BA17A7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-609600"/>
            <a:ext cx="5495925" cy="777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4" descr="caproja3">
            <a:extLst>
              <a:ext uri="{FF2B5EF4-FFF2-40B4-BE49-F238E27FC236}">
                <a16:creationId xmlns:a16="http://schemas.microsoft.com/office/drawing/2014/main" id="{197FC7C9-38B1-39C4-0876-EBE71A10D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-228600"/>
            <a:ext cx="5818188" cy="777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4" descr="caproja4">
            <a:extLst>
              <a:ext uri="{FF2B5EF4-FFF2-40B4-BE49-F238E27FC236}">
                <a16:creationId xmlns:a16="http://schemas.microsoft.com/office/drawing/2014/main" id="{CAA2D1C6-88A9-DFF5-DF90-EBBD7FBF3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0"/>
            <a:ext cx="6781800" cy="739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4" descr="caproja5">
            <a:extLst>
              <a:ext uri="{FF2B5EF4-FFF2-40B4-BE49-F238E27FC236}">
                <a16:creationId xmlns:a16="http://schemas.microsoft.com/office/drawing/2014/main" id="{9301B146-142F-68B4-6681-1BF38D5F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0"/>
            <a:ext cx="53848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4" descr="caproja6">
            <a:extLst>
              <a:ext uri="{FF2B5EF4-FFF2-40B4-BE49-F238E27FC236}">
                <a16:creationId xmlns:a16="http://schemas.microsoft.com/office/drawing/2014/main" id="{EF17F988-630D-68DC-A6FD-5DB297E02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-381000"/>
            <a:ext cx="6413500" cy="769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4" descr="caproja7">
            <a:extLst>
              <a:ext uri="{FF2B5EF4-FFF2-40B4-BE49-F238E27FC236}">
                <a16:creationId xmlns:a16="http://schemas.microsoft.com/office/drawing/2014/main" id="{F9331222-D99A-0303-4DB2-9BB63E25D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8200" y="-4724400"/>
            <a:ext cx="11150600" cy="1577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4" descr="caproja8">
            <a:extLst>
              <a:ext uri="{FF2B5EF4-FFF2-40B4-BE49-F238E27FC236}">
                <a16:creationId xmlns:a16="http://schemas.microsoft.com/office/drawing/2014/main" id="{9CA567BA-8F82-3905-6C39-CC11CE440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0"/>
            <a:ext cx="6208713" cy="739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>
            <a:extLst>
              <a:ext uri="{FF2B5EF4-FFF2-40B4-BE49-F238E27FC236}">
                <a16:creationId xmlns:a16="http://schemas.microsoft.com/office/drawing/2014/main" id="{33E25181-25D7-FEED-96D1-A151A8C9F3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+mj-ea"/>
            </a:endParaRPr>
          </a:p>
        </p:txBody>
      </p:sp>
      <p:pic>
        <p:nvPicPr>
          <p:cNvPr id="22530" name="Picture 5" descr="caproja9">
            <a:extLst>
              <a:ext uri="{FF2B5EF4-FFF2-40B4-BE49-F238E27FC236}">
                <a16:creationId xmlns:a16="http://schemas.microsoft.com/office/drawing/2014/main" id="{E1BE614D-9CAB-D524-CAF0-16846C06B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33500" y="-4924425"/>
            <a:ext cx="11615738" cy="164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3" name="Picture 5" descr="caproja10">
            <a:extLst>
              <a:ext uri="{FF2B5EF4-FFF2-40B4-BE49-F238E27FC236}">
                <a16:creationId xmlns:a16="http://schemas.microsoft.com/office/drawing/2014/main" id="{D2894E3C-D4E3-F6ED-DF18-D6C00144A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-381000"/>
            <a:ext cx="6859588" cy="784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7" name="Picture 4" descr="caproja11">
            <a:extLst>
              <a:ext uri="{FF2B5EF4-FFF2-40B4-BE49-F238E27FC236}">
                <a16:creationId xmlns:a16="http://schemas.microsoft.com/office/drawing/2014/main" id="{D9861F57-F61A-F9C5-1ADF-DE7D40734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7200" y="-4114800"/>
            <a:ext cx="10352088" cy="139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Picture 4" descr="caproja12">
            <a:extLst>
              <a:ext uri="{FF2B5EF4-FFF2-40B4-BE49-F238E27FC236}">
                <a16:creationId xmlns:a16="http://schemas.microsoft.com/office/drawing/2014/main" id="{9BEF4D39-3CF4-5E32-F944-34F070557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0" y="-3429000"/>
            <a:ext cx="10753725" cy="152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Picture 4" descr="caproja13">
            <a:extLst>
              <a:ext uri="{FF2B5EF4-FFF2-40B4-BE49-F238E27FC236}">
                <a16:creationId xmlns:a16="http://schemas.microsoft.com/office/drawing/2014/main" id="{8080AC23-86E2-85B0-68F4-2A6A5ACC3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-533400"/>
            <a:ext cx="7326313" cy="822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Picture 4" descr="caproja14">
            <a:extLst>
              <a:ext uri="{FF2B5EF4-FFF2-40B4-BE49-F238E27FC236}">
                <a16:creationId xmlns:a16="http://schemas.microsoft.com/office/drawing/2014/main" id="{D250A1A4-E9A4-83AE-ADE1-3CFA90B8E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0600" y="-3733800"/>
            <a:ext cx="10807700" cy="1528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2</Words>
  <Application>Microsoft Macintosh PowerPoint</Application>
  <PresentationFormat>On-screen Show (4:3)</PresentationFormat>
  <Paragraphs>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MS PGothic</vt:lpstr>
      <vt:lpstr>Aptos</vt:lpstr>
      <vt:lpstr>Default Design</vt:lpstr>
      <vt:lpstr>Storytelling Task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 Retelling Task</dc:title>
  <dc:creator>Silvina Montrul</dc:creator>
  <cp:lastModifiedBy>Kendra Dickinson</cp:lastModifiedBy>
  <cp:revision>9</cp:revision>
  <dcterms:created xsi:type="dcterms:W3CDTF">2004-12-03T04:20:03Z</dcterms:created>
  <dcterms:modified xsi:type="dcterms:W3CDTF">2026-06-25T18:00:38Z</dcterms:modified>
</cp:coreProperties>
</file>